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02" y="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0" y="3246120"/>
            <a:ext cx="10058400" cy="27432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EFREN BILLIARDS &amp;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C5A059"/>
                </a:solidFill>
              </a:rPr>
              <a:t>DOHA, QATAR  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D0D0D8"/>
                </a:solidFill>
              </a:rPr>
              <a:t>Platform Overview &amp; Admin CMS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126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C9CA8"/>
                </a:solidFill>
              </a:rPr>
              <a:t>Powered by React · TypeScript · Supabase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9CA8"/>
                </a:solidFill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262872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5A059"/>
                </a:solidFill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IS THIS PLATFORM?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D0D8"/>
                </a:solidFill>
              </a:rPr>
              <a:t>A premium, full-stack web application built for Efren Billiards &amp; Events — a world-class billiards club in Doha, Qatar. It manages tournaments, membership, digital content, and event booking from one unified platform.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3383280" cy="18288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3383280" cy="54864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Tournaments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11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A059"/>
                </a:solidFill>
              </a:rPr>
              <a:t>Brackets + Elimination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2651760"/>
            <a:ext cx="3383280" cy="18288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59" y="2651760"/>
            <a:ext cx="3383280" cy="54864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39" y="2788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32461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Admin CMS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3611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C5A059"/>
                </a:solidFill>
              </a:rPr>
              <a:t>12-Module Control Panel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598" y="2651760"/>
            <a:ext cx="3383280" cy="18288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598" y="2651760"/>
            <a:ext cx="3383280" cy="54864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78" y="2788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8" y="32461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Live Rankings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8" y="3611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A059"/>
                </a:solidFill>
              </a:rPr>
              <a:t>Billiards · Darts · Chess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9CA8"/>
                </a:solidFill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262872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5A059"/>
                </a:solidFill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566160" cy="4572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5A059"/>
                </a:solidFill>
              </a:rPr>
              <a:t>⚛️  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731520" cy="36576"/>
          </a:xfrm>
          <a:prstGeom prst="rect">
            <a:avLst/>
          </a:prstGeom>
          <a:solidFill>
            <a:srgbClr val="7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8"/>
                </a:solidFill>
              </a:rPr>
              <a:t>•  React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8"/>
                </a:solidFill>
              </a:rPr>
              <a:t>•  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8"/>
                </a:solidFill>
              </a:rPr>
              <a:t>•  Tailwind 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8"/>
                </a:solidFill>
              </a:rPr>
              <a:t>•  Framer Motion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118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8"/>
                </a:solidFill>
              </a:rPr>
              <a:t>•  Lucide Icons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417320"/>
            <a:ext cx="3566160" cy="4572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1772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5A059"/>
                </a:solidFill>
              </a:rPr>
              <a:t>🗄️  Backend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1965960"/>
            <a:ext cx="731520" cy="36576"/>
          </a:xfrm>
          <a:prstGeom prst="rect">
            <a:avLst/>
          </a:prstGeom>
          <a:solidFill>
            <a:srgbClr val="7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7720" y="214884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8"/>
                </a:solidFill>
              </a:rPr>
              <a:t>•  Supabase (Postgres)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5146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8"/>
                </a:solidFill>
              </a:rPr>
              <a:t>•  Row-Level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8803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8"/>
                </a:solidFill>
              </a:rPr>
              <a:t>•  Auth (OTP + Google)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2461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8"/>
                </a:solidFill>
              </a:rPr>
              <a:t>•  Storage Buckets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6118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8"/>
                </a:solidFill>
              </a:rPr>
              <a:t>•  Real-time API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417320"/>
            <a:ext cx="3566160" cy="45720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5820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5A059"/>
                </a:solidFill>
              </a:rPr>
              <a:t>🛠️  Tooling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58200" y="1965960"/>
            <a:ext cx="731520" cy="36576"/>
          </a:xfrm>
          <a:prstGeom prst="rect">
            <a:avLst/>
          </a:prstGeom>
          <a:solidFill>
            <a:srgbClr val="7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58200" y="214884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8"/>
                </a:solidFill>
              </a:rPr>
              <a:t>•  Vite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5146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8"/>
                </a:solidFill>
              </a:rPr>
              <a:t>•  npm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28803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8"/>
                </a:solidFill>
              </a:rPr>
              <a:t>•  ESLint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2461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8"/>
                </a:solidFill>
              </a:rPr>
              <a:t>•  Git / GitHub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6118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0D8"/>
                </a:solidFill>
              </a:rPr>
              <a:t>•  python-pptx (Docs)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9CA8"/>
                </a:solidFill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262872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5A059"/>
                </a:solidFill>
              </a:rPr>
              <a:t>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9187"/>
            <a:ext cx="89364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FFFFFF"/>
                </a:solidFill>
              </a:rPr>
              <a:t>Efren Billiards</a:t>
            </a:r>
            <a:br>
              <a:rPr lang="en-US" sz="2400" b="1" i="0" dirty="0">
                <a:solidFill>
                  <a:srgbClr val="FFFFFF"/>
                </a:solidFill>
              </a:rPr>
            </a:br>
            <a:r>
              <a:rPr lang="en-US" sz="2400" b="1" i="0" dirty="0">
                <a:solidFill>
                  <a:srgbClr val="FFFFFF"/>
                </a:solidFill>
              </a:rPr>
              <a:t>Web App w/CMS and database (Total 11 pages)</a:t>
            </a:r>
            <a:endParaRPr sz="2400" b="1" i="0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577840" cy="749808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904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C5A059"/>
                </a:solidFill>
              </a:rPr>
              <a:t>🏠  #home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Homepage – Hero, Offerings, Events, Gallery, Timetable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5577840" cy="749808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3591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5A059"/>
                </a:solidFill>
              </a:rPr>
              <a:t>🎱  #billiards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Billiards Page – Legend Content + Live Rankings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54680"/>
            <a:ext cx="5577840" cy="749808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2278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5A059"/>
                </a:solidFill>
              </a:rPr>
              <a:t>🎯  #darts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20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Darts Page – Precision Focus + Rankings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5577840" cy="749808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0965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5A059"/>
                </a:solidFill>
              </a:rPr>
              <a:t>♟️  #chess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891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Chess Page – Strategy Content + Rankings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92040"/>
            <a:ext cx="5577840" cy="749808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9651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5A059"/>
                </a:solidFill>
              </a:rPr>
              <a:t>🏛️  #event-place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2578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Premium Event Place – Budget Estimator + Gallery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417320"/>
            <a:ext cx="5577840" cy="749808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14904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5A059"/>
                </a:solidFill>
              </a:rPr>
              <a:t>🎤  #karaoke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783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Karaoke – Private Room Showcase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286000"/>
            <a:ext cx="5577840" cy="749808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23591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5A059"/>
                </a:solidFill>
              </a:rPr>
              <a:t>☕  #coffee-menu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651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Coffee Menu – Live Price Digital Menu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154680"/>
            <a:ext cx="5577840" cy="749808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32278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5A059"/>
                </a:solidFill>
              </a:rPr>
              <a:t>🏆  #tournaments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520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Tournaments – Live Bracket Viewer + Registration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023360"/>
            <a:ext cx="5577840" cy="749808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40965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5A059"/>
                </a:solidFill>
              </a:rPr>
              <a:t>👑  #membership-packages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3891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Membership – Tiered Benefits Landing Page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892040"/>
            <a:ext cx="5577840" cy="749808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49651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C5A059"/>
                </a:solidFill>
              </a:rPr>
              <a:t>🛡️  #admin-cms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2578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D0D0D8"/>
                </a:solidFill>
              </a:rPr>
              <a:t>Admin CMS – 12-Module Content Management Portal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9CA8"/>
                </a:solidFill>
              </a:rPr>
              <a:t>04 / 12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6A3FD0C-46E7-2041-CCAD-8DA07549FA1D}"/>
              </a:ext>
            </a:extLst>
          </p:cNvPr>
          <p:cNvSpPr/>
          <p:nvPr/>
        </p:nvSpPr>
        <p:spPr>
          <a:xfrm>
            <a:off x="3379512" y="5794248"/>
            <a:ext cx="5577840" cy="749808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DB96BF8-9716-BAC2-6ECD-7FFF3A18A662}"/>
              </a:ext>
            </a:extLst>
          </p:cNvPr>
          <p:cNvSpPr txBox="1"/>
          <p:nvPr/>
        </p:nvSpPr>
        <p:spPr>
          <a:xfrm>
            <a:off x="4812432" y="6080760"/>
            <a:ext cx="336579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 dirty="0">
                <a:solidFill>
                  <a:srgbClr val="D0D0D8"/>
                </a:solidFill>
              </a:rPr>
              <a:t>Legal framework for facility use and membership</a:t>
            </a:r>
            <a:endParaRPr sz="1100" b="0" i="0" dirty="0">
              <a:solidFill>
                <a:srgbClr val="D0D0D8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109C7FB-3C1A-1F18-1A10-67129A66AA9C}"/>
              </a:ext>
            </a:extLst>
          </p:cNvPr>
          <p:cNvSpPr txBox="1"/>
          <p:nvPr/>
        </p:nvSpPr>
        <p:spPr>
          <a:xfrm>
            <a:off x="5349240" y="5847588"/>
            <a:ext cx="228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C5A059"/>
                </a:solidFill>
              </a:rPr>
              <a:t>🏠</a:t>
            </a:r>
            <a:r>
              <a:rPr sz="1100" b="1" i="0" dirty="0">
                <a:solidFill>
                  <a:srgbClr val="C5A059"/>
                </a:solidFill>
              </a:rPr>
              <a:t>  #</a:t>
            </a:r>
            <a:r>
              <a:rPr lang="en-US" sz="1100" b="1" i="0" dirty="0">
                <a:solidFill>
                  <a:srgbClr val="C5A059"/>
                </a:solidFill>
              </a:rPr>
              <a:t>Terms&amp;Condition</a:t>
            </a:r>
            <a:endParaRPr sz="1100" b="1" i="0" dirty="0">
              <a:solidFill>
                <a:srgbClr val="C5A05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262872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5A059"/>
                </a:solidFill>
              </a:rPr>
              <a:t>CMS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ADMIN CMS PORTAL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0D8"/>
                </a:solidFill>
              </a:rPr>
              <a:t>A full 12-module management system. No coding required — change any content on the live site from a single panel.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5486400" cy="169164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73152" cy="16916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🎨  Branding &amp; Visuals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70048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A059"/>
                </a:solidFill>
              </a:rPr>
              <a:t>Hero · Site Images · Gallery · Videos · Visual Tour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2011680"/>
            <a:ext cx="5486400" cy="169164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80" y="2011680"/>
            <a:ext cx="73152" cy="16916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🍽️  Services &amp; Menu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70048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A059"/>
                </a:solidFill>
              </a:rPr>
              <a:t>Food Menu · Event Pricing · Match My Game · Membership Plans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931920"/>
            <a:ext cx="5486400" cy="169164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3931920"/>
            <a:ext cx="73152" cy="16916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📅  Operations &amp; Contact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90288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A059"/>
                </a:solidFill>
              </a:rPr>
              <a:t>Weekly Schedule · Contact Info · Social Links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931920"/>
            <a:ext cx="5486400" cy="169164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55080" y="3931920"/>
            <a:ext cx="73152" cy="16916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🏆  Club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590288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5A059"/>
                </a:solidFill>
              </a:rPr>
              <a:t>Tournaments · Players · Rankings · Members · Settings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9CA8"/>
                </a:solidFill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262872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5A059"/>
                </a:solidFill>
              </a:rPr>
              <a:t>CMS — BRANDING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🎨  BRANDING &amp; VISUALS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64240" cy="77724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64008" cy="7772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CB8A"/>
                </a:solidFill>
              </a:rPr>
              <a:t>Hero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41732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Edit homepage headline, sub-heading, and CTA button.
Changes are saved to the database and sync instantly across all devices.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58568"/>
            <a:ext cx="11064240" cy="77724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258568"/>
            <a:ext cx="64008" cy="7772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3042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CB8A"/>
                </a:solidFill>
              </a:rPr>
              <a:t>Site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304288"/>
            <a:ext cx="7772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D0D0D8"/>
                </a:solidFill>
              </a:rPr>
              <a:t>Swap logo, hero backgrounds, and section photos by pasting direct image URLs</a:t>
            </a:r>
            <a:r>
              <a:rPr lang="en-US" sz="1100" b="0" i="0" dirty="0">
                <a:solidFill>
                  <a:srgbClr val="D0D0D8"/>
                </a:solidFill>
              </a:rPr>
              <a:t> or uploading</a:t>
            </a:r>
            <a:r>
              <a:rPr sz="1100" b="0" i="0" dirty="0">
                <a:solidFill>
                  <a:srgbClr val="D0D0D8"/>
                </a:solidFill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45536"/>
            <a:ext cx="11064240" cy="77724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3145536"/>
            <a:ext cx="64008" cy="7772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1912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CB8A"/>
                </a:solidFill>
              </a:rPr>
              <a:t>Image Gallery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191256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D0D0D8"/>
                </a:solidFill>
              </a:rPr>
              <a:t>Upload and caption photos. Displayed in the scrolling gallery on the homepage.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32504"/>
            <a:ext cx="11064240" cy="77724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4032504"/>
            <a:ext cx="64008" cy="7772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0782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CB8A"/>
                </a:solidFill>
              </a:rPr>
              <a:t>YouTube Videos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078224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D0D0D8"/>
                </a:solidFill>
              </a:rPr>
              <a:t>Paste any YouTube link. The system auto-embeds it into the video player section.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919472"/>
            <a:ext cx="11064240" cy="77724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4919472"/>
            <a:ext cx="64008" cy="77724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9651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CB8A"/>
                </a:solidFill>
              </a:rPr>
              <a:t>Visual Tour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965192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D0D0D8"/>
                </a:solidFill>
              </a:rPr>
              <a:t>Assign descriptions and images to each area of the club (e.g., Main Hall, VIP rooms).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9CA8"/>
                </a:solidFill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262872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5A059"/>
                </a:solidFill>
              </a:rPr>
              <a:t>CMS —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🍽️  SERVICES, MENU &amp; PRICING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64008" cy="1005840"/>
          </a:xfrm>
          <a:prstGeom prst="rect">
            <a:avLst/>
          </a:prstGeom>
          <a:solidFill>
            <a:srgbClr val="7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6966" y="1426464"/>
            <a:ext cx="25603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</a:rPr>
              <a:t>Event Pricing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1051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1">
                <a:solidFill>
                  <a:srgbClr val="C5A059"/>
                </a:solidFill>
              </a:rPr>
              <a:t>THE PRICE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463040"/>
            <a:ext cx="7863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D0D0D8"/>
                </a:solidFill>
              </a:rPr>
              <a:t>Set the base per-person rates for Corporate, Tournament, and Birthday events.
The Budget Estimator on the Event Place page reads these values in real time.
Update once → all visitor calculators re-calibrate automatically.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68880"/>
            <a:ext cx="11064240" cy="100584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2468880"/>
            <a:ext cx="64008" cy="1005840"/>
          </a:xfrm>
          <a:prstGeom prst="rect">
            <a:avLst/>
          </a:prstGeom>
          <a:solidFill>
            <a:srgbClr val="7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5237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Food Menu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077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1">
                <a:solidFill>
                  <a:srgbClr val="C5A059"/>
                </a:solidFill>
              </a:rPr>
              <a:t>DIGITAL MENU 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560320"/>
            <a:ext cx="7863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Manage categories (Espresso Bar, Snacks, Mocktails) and individual item prices.
The live coffee menu page pulls directly from this module.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66160"/>
            <a:ext cx="11064240" cy="100584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3566160"/>
            <a:ext cx="64008" cy="1005840"/>
          </a:xfrm>
          <a:prstGeom prst="rect">
            <a:avLst/>
          </a:prstGeom>
          <a:solidFill>
            <a:srgbClr val="7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6210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Membership Plans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050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1">
                <a:solidFill>
                  <a:srgbClr val="C5A059"/>
                </a:solidFill>
              </a:rPr>
              <a:t>TIER EDITOR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657600"/>
            <a:ext cx="7863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Control the features listed for Bronze, Silver, and Gold tiers.
Changes reflect on the metallic pricing cards visible to new visitors.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63440"/>
            <a:ext cx="11064240" cy="100584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4663440"/>
            <a:ext cx="64008" cy="1005840"/>
          </a:xfrm>
          <a:prstGeom prst="rect">
            <a:avLst/>
          </a:prstGeom>
          <a:solidFill>
            <a:srgbClr val="7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471830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Match My Game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023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1">
                <a:solidFill>
                  <a:srgbClr val="C5A059"/>
                </a:solidFill>
              </a:rPr>
              <a:t>GAME MATCHING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754880"/>
            <a:ext cx="7863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Manage the skill-level cards that help players find the right competition level.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9CA8"/>
                </a:solidFill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262872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5A059"/>
                </a:solidFill>
              </a:rPr>
              <a:t>CMS — TOURNAMENTS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🏆  TOURNAMENT BRACKETS &amp; ELIMINATION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2011680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7218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C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173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Generate Bracket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Choose Gen 4, 8, or 16 to create the tournament skeleton.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58568"/>
            <a:ext cx="457200" cy="4572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31343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C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5856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Assign Players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5328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Drag &amp; Drop — or use Auto Assign for a randomized draw.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99816"/>
            <a:ext cx="457200" cy="4572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15468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C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09981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Declare Winners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741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D0D0D8"/>
                </a:solidFill>
              </a:rPr>
              <a:t>Hover on a player → click Trophy Icon → confirm in popup.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41064"/>
            <a:ext cx="457200" cy="4572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99592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C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4106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Auto-Advance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2153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Winner is automatically placed in the correct next-round slot.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82312"/>
            <a:ext cx="457200" cy="4572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83717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C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78231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Locked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0566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Completed matches are frozen — no accidental edits.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1325880"/>
            <a:ext cx="5029200" cy="50292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766560" y="1325880"/>
            <a:ext cx="5029200" cy="64008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49440" y="14630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5A059"/>
                </a:solidFill>
              </a:rPr>
              <a:t>⚙️  HOW IT WORKS (LAYMAN'S)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196596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▸  Parent-Child Links: Every match 'knows' its next round match.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246888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▸  Winner Push: Clicking Trophy writes the winner ID to the next match.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97180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▸  Smart Slot: Even match → Player 1 slot. Odd match → Player 2 slot.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47472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▸  Permanent Lock: status = 'completed' prevents any future changes.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977640"/>
            <a:ext cx="4572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0D8"/>
                </a:solidFill>
              </a:rPr>
              <a:t>▸  Champion Toast: Final match win triggers a 🏆 Champion notification.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9CA8"/>
                </a:solidFill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262872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5A059"/>
                </a:solidFill>
              </a:rPr>
              <a:t>CMS — RANKINGS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📊  RANKINGS &amp; MEMBER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669280" cy="493776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669280" cy="64008"/>
          </a:xfrm>
          <a:prstGeom prst="rect">
            <a:avLst/>
          </a:prstGeom>
          <a:solidFill>
            <a:srgbClr val="7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🏅  Hall of Fame / Rankings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8"/>
                </a:solidFill>
              </a:rPr>
              <a:t>▸  Separate leaderboards for Billiards, Darts, and Chess.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786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8"/>
                </a:solidFill>
              </a:rPr>
              <a:t>▸  Admins can manually add any name — even non-members.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540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8"/>
                </a:solidFill>
              </a:rPr>
              <a:t>▸  Adding a 'Company' name activates Corporate Rivalry filters on the live site.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2958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8"/>
                </a:solidFill>
              </a:rPr>
              <a:t>▸  Linked accounts show full win/loss stats from tournament play.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050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8"/>
                </a:solidFill>
              </a:rPr>
              <a:t>▸  Hybrid Linking: Records work with or without a registered user.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417320"/>
            <a:ext cx="5486400" cy="493776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1417320"/>
            <a:ext cx="5486400" cy="64008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1554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🛡️  Member Roles &amp;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103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8"/>
                </a:solidFill>
              </a:rPr>
              <a:t>▸  Every user has a Role Flag: Guest or Admin.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5786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8"/>
                </a:solidFill>
              </a:rPr>
              <a:t>▸  Admin role unlocks all 12 CMS modules invisibly to guests.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0540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8"/>
                </a:solidFill>
              </a:rPr>
              <a:t>▸  Security is enforced server-side (Supabase RLS policies).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52958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D0D0D8"/>
                </a:solidFill>
              </a:rPr>
              <a:t>▸  Even if someone guesses the URL — </a:t>
            </a:r>
            <a:r>
              <a:rPr sz="1200" b="0" i="0">
                <a:solidFill>
                  <a:srgbClr val="D0D0D8"/>
                </a:solidFill>
              </a:rPr>
              <a:t>Supabase</a:t>
            </a:r>
            <a:r>
              <a:rPr sz="1200" b="0" i="0" dirty="0">
                <a:solidFill>
                  <a:srgbClr val="D0D0D8"/>
                </a:solidFill>
              </a:rPr>
              <a:t> blocks the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0050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8"/>
                </a:solidFill>
              </a:rPr>
              <a:t>▸  Promote: Member tab → change tier dropdown to 'Admin'.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480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0D8"/>
                </a:solidFill>
              </a:rPr>
              <a:t>▸  Promoted users must refresh their browser to see new tools.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9CA8"/>
                </a:solidFill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262872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5A059"/>
                </a:solidFill>
              </a:rPr>
              <a:t>CMS —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📅  OPERATIONS &amp; CONTACT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55680" cy="13716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73152" cy="13716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CB8A"/>
                </a:solidFill>
              </a:rPr>
              <a:t>📆  Weekly Schedule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46304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8"/>
                </a:solidFill>
              </a:rPr>
              <a:t>·  Assign daily events and special offers (e.g., Industry Night, Family Day).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865376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8"/>
                </a:solidFill>
              </a:rPr>
              <a:t>·  Each entry has: Day · Event Name · Offer Text · Time slot.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267712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8"/>
                </a:solidFill>
              </a:rPr>
              <a:t>·  Displayed on the site's timetable automatically, ordered by 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907792"/>
            <a:ext cx="11155680" cy="13716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907792"/>
            <a:ext cx="73152" cy="13716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9992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CB8A"/>
                </a:solidFill>
              </a:rPr>
              <a:t>📞  Contact Info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999232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8"/>
                </a:solidFill>
              </a:rPr>
              <a:t>·  Update address, phone numbers, email, WhatsApp link, and Google Maps URL.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40156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8"/>
                </a:solidFill>
              </a:rPr>
              <a:t>·  These appear in the footer and the dedicated Contact section sitewide.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803904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8"/>
                </a:solidFill>
              </a:rPr>
              <a:t>·  Changes propagate to every page instantly after saving.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443984"/>
            <a:ext cx="11155680" cy="1371600"/>
          </a:xfrm>
          <a:prstGeom prst="rect">
            <a:avLst/>
          </a:prstGeom>
          <a:solidFill>
            <a:srgbClr val="12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4443984"/>
            <a:ext cx="73152" cy="13716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53542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CB8A"/>
                </a:solidFill>
              </a:rPr>
              <a:t>🔗  Social Links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535424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8"/>
                </a:solidFill>
              </a:rPr>
              <a:t>·  Control Facebook, Instagram, TikTok, and WhatsApp button destinations.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93776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8"/>
                </a:solidFill>
              </a:rPr>
              <a:t>·  Icons are always visible in the navigation and footer.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5340096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0D0D8"/>
                </a:solidFill>
              </a:rPr>
              <a:t>·  Just paste the full URL — no technical knowledge needed.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9CA8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7B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97280" y="3017520"/>
            <a:ext cx="10058400" cy="27432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822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EFREN BILLIARDS &amp; 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5A059"/>
                </a:solidFill>
              </a:rPr>
              <a:t>Platform Built for Champions 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0D0D8"/>
                </a:solidFill>
              </a:rPr>
              <a:t>Live at: efrenbilliards.com  ·  Admin Portal: efrenbilliards.com/#admin-cms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9C9CA8"/>
                </a:solidFill>
              </a:rPr>
              <a:t>For technical support — refer to ADMIN_CMS_GUIDE.md, README.md, and PAGES.md in the project root.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C9CA8"/>
                </a:solidFill>
              </a:rPr>
              <a:t>React  ·  TypeScript  ·  Supabase  ·  Tailwind CSS  ·  Framer Motion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08792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9CA8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1147</Words>
  <Application>Microsoft Office PowerPoint</Application>
  <PresentationFormat>Custom</PresentationFormat>
  <Paragraphs>165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Gian Paulo Samonte</cp:lastModifiedBy>
  <cp:revision>4</cp:revision>
  <dcterms:created xsi:type="dcterms:W3CDTF">2013-01-27T09:14:16Z</dcterms:created>
  <dcterms:modified xsi:type="dcterms:W3CDTF">2026-03-10T15:50:13Z</dcterms:modified>
  <cp:category/>
</cp:coreProperties>
</file>